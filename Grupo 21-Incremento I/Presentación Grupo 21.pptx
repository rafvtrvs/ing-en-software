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7340" y="656060"/>
            <a:ext cx="11253320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GESTIÓN Y CONTROL DE SERVICIOS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GRUPO 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55132" y="2802360"/>
            <a:ext cx="9977737" cy="47625"/>
            <a:chOff x="0" y="0"/>
            <a:chExt cx="2627881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11280" y="8581073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7"/>
                </a:lnTo>
                <a:lnTo>
                  <a:pt x="0" y="1705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35" y="8463017"/>
            <a:ext cx="1738731" cy="1738731"/>
          </a:xfrm>
          <a:custGeom>
            <a:avLst/>
            <a:gdLst/>
            <a:ahLst/>
            <a:cxnLst/>
            <a:rect r="r" b="b" t="t" l="l"/>
            <a:pathLst>
              <a:path h="1738731" w="1738731">
                <a:moveTo>
                  <a:pt x="0" y="0"/>
                </a:moveTo>
                <a:lnTo>
                  <a:pt x="1738730" y="0"/>
                </a:lnTo>
                <a:lnTo>
                  <a:pt x="1738730" y="1738730"/>
                </a:lnTo>
                <a:lnTo>
                  <a:pt x="0" y="173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94958" y="4289053"/>
            <a:ext cx="4498083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Agustín Arrascaeta Cuevas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Bastián Andrés Arriagada Mercado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Matiás Alejandro Bettancourt Varela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Cristian Maximiliano Bravo Guzmán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Mateo Omar Cortés Medina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Josefa Fernanda Iturra González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Gerson Alejandro Maqui Chelmes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Anais Yeray Miranda Torres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Rafael Aníbal Rodríguez Tovar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94958" y="7940993"/>
            <a:ext cx="449808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Profesor: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Paulo Luis Francisco Quinsacara Jofré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99652" y="8932545"/>
            <a:ext cx="201004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901" y="3271988"/>
            <a:ext cx="544214" cy="5442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9320" lIns="59320" bIns="59320" rIns="5932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4786" y="3366022"/>
            <a:ext cx="330445" cy="330445"/>
          </a:xfrm>
          <a:custGeom>
            <a:avLst/>
            <a:gdLst/>
            <a:ahLst/>
            <a:cxnLst/>
            <a:rect r="r" b="b" t="t" l="l"/>
            <a:pathLst>
              <a:path h="330445" w="330445">
                <a:moveTo>
                  <a:pt x="0" y="0"/>
                </a:moveTo>
                <a:lnTo>
                  <a:pt x="330445" y="0"/>
                </a:lnTo>
                <a:lnTo>
                  <a:pt x="330445" y="330445"/>
                </a:lnTo>
                <a:lnTo>
                  <a:pt x="0" y="33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07901" y="4891238"/>
            <a:ext cx="544214" cy="544214"/>
            <a:chOff x="0" y="0"/>
            <a:chExt cx="725618" cy="72561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7901" y="6510488"/>
            <a:ext cx="544214" cy="544214"/>
            <a:chOff x="0" y="0"/>
            <a:chExt cx="725618" cy="72561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7901" y="8129738"/>
            <a:ext cx="544214" cy="544214"/>
            <a:chOff x="0" y="0"/>
            <a:chExt cx="725618" cy="72561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497275" y="3271988"/>
            <a:ext cx="544214" cy="544214"/>
            <a:chOff x="0" y="0"/>
            <a:chExt cx="725618" cy="72561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97275" y="4891238"/>
            <a:ext cx="544214" cy="544214"/>
            <a:chOff x="0" y="0"/>
            <a:chExt cx="725618" cy="72561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497275" y="6510488"/>
            <a:ext cx="544214" cy="544214"/>
            <a:chOff x="0" y="0"/>
            <a:chExt cx="725618" cy="72561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463226" y="1821902"/>
            <a:ext cx="4208946" cy="85966"/>
            <a:chOff x="0" y="0"/>
            <a:chExt cx="1108529" cy="226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8529" cy="22641"/>
            </a:xfrm>
            <a:custGeom>
              <a:avLst/>
              <a:gdLst/>
              <a:ahLst/>
              <a:cxnLst/>
              <a:rect r="r" b="b" t="t" l="l"/>
              <a:pathLst>
                <a:path h="22641" w="1108529">
                  <a:moveTo>
                    <a:pt x="0" y="0"/>
                  </a:moveTo>
                  <a:lnTo>
                    <a:pt x="1108529" y="0"/>
                  </a:lnTo>
                  <a:lnTo>
                    <a:pt x="1108529" y="22641"/>
                  </a:lnTo>
                  <a:lnTo>
                    <a:pt x="0" y="2264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08529" cy="60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811617"/>
            <a:ext cx="8643472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ÍNDICE DE CONTENIDO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50973" y="3271044"/>
            <a:ext cx="475617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 DEL PROYECTO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93339" y="6201569"/>
            <a:ext cx="3499463" cy="107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 DOCUMENTO 0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86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893339" y="4892526"/>
            <a:ext cx="41133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SOLUCIÓN PROPUESTA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50973" y="8131026"/>
            <a:ext cx="25752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26522" y="3235176"/>
            <a:ext cx="336789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RELEVANTES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6522" y="4805513"/>
            <a:ext cx="316604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BASE DE DATOS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38238" y="6201569"/>
            <a:ext cx="316604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DE SOFTWARE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22489" y="8126908"/>
            <a:ext cx="246209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497275" y="8125619"/>
            <a:ext cx="544214" cy="544214"/>
            <a:chOff x="0" y="0"/>
            <a:chExt cx="725618" cy="725618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16808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11395" y="2765724"/>
            <a:ext cx="7369527" cy="5603911"/>
          </a:xfrm>
          <a:custGeom>
            <a:avLst/>
            <a:gdLst/>
            <a:ahLst/>
            <a:cxnLst/>
            <a:rect r="r" b="b" t="t" l="l"/>
            <a:pathLst>
              <a:path h="5603911" w="7369527">
                <a:moveTo>
                  <a:pt x="0" y="0"/>
                </a:moveTo>
                <a:lnTo>
                  <a:pt x="7369527" y="0"/>
                </a:lnTo>
                <a:lnTo>
                  <a:pt x="7369527" y="5603912"/>
                </a:lnTo>
                <a:lnTo>
                  <a:pt x="0" y="560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55439"/>
            <a:ext cx="988749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 DEL PROYECTO</a:t>
            </a: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64778"/>
            <a:ext cx="7893502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Alcantarillados Camus Ltda. gestiona actualmente gran parte de su información mediante procedimientos manuales y registros dispersos.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 situación dificulta el seguimiento de clientes, órdenes de trabajo, usuarios y recursos operacionales, generando retrasos, errores y una limitada trazabilidad de la información.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38099"/>
            <a:ext cx="3086100" cy="85998"/>
            <a:chOff x="0" y="0"/>
            <a:chExt cx="812800" cy="22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018386"/>
            <a:ext cx="6787756" cy="5189974"/>
          </a:xfrm>
          <a:custGeom>
            <a:avLst/>
            <a:gdLst/>
            <a:ahLst/>
            <a:cxnLst/>
            <a:rect r="r" b="b" t="t" l="l"/>
            <a:pathLst>
              <a:path h="5189974" w="6787756">
                <a:moveTo>
                  <a:pt x="0" y="0"/>
                </a:moveTo>
                <a:lnTo>
                  <a:pt x="6787756" y="0"/>
                </a:lnTo>
                <a:lnTo>
                  <a:pt x="6787756" y="5189974"/>
                </a:lnTo>
                <a:lnTo>
                  <a:pt x="0" y="51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90" r="0" b="-4569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13812"/>
            <a:ext cx="9887493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SOLUCIÓN PROPUESTA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9773" y="5076825"/>
            <a:ext cx="557292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clientes.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Gestionar usuarios y roles.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Administrar órdenes de trabajo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Centralizar la información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Mejorar la trazabilidad de los procesos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9773" y="2942186"/>
            <a:ext cx="696848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 SISTEMA DE GESTIÓN Y CONTROL DE SERVICIOS QUE PERMITA: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213506" y="-57922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4" y="0"/>
                </a:lnTo>
                <a:lnTo>
                  <a:pt x="492984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180"/>
            <a:ext cx="3086100" cy="85998"/>
            <a:chOff x="0" y="0"/>
            <a:chExt cx="812800" cy="22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5786369" y="5431534"/>
            <a:ext cx="6148305" cy="62074"/>
            <a:chOff x="0" y="0"/>
            <a:chExt cx="1619307" cy="163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307" cy="16349"/>
            </a:xfrm>
            <a:custGeom>
              <a:avLst/>
              <a:gdLst/>
              <a:ahLst/>
              <a:cxnLst/>
              <a:rect r="r" b="b" t="t" l="l"/>
              <a:pathLst>
                <a:path h="16349" w="1619307">
                  <a:moveTo>
                    <a:pt x="0" y="0"/>
                  </a:moveTo>
                  <a:lnTo>
                    <a:pt x="1619307" y="0"/>
                  </a:lnTo>
                  <a:lnTo>
                    <a:pt x="1619307" y="16349"/>
                  </a:lnTo>
                  <a:lnTo>
                    <a:pt x="0" y="1634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9307" cy="5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97926" y="2809024"/>
            <a:ext cx="5602744" cy="4668953"/>
          </a:xfrm>
          <a:custGeom>
            <a:avLst/>
            <a:gdLst/>
            <a:ahLst/>
            <a:cxnLst/>
            <a:rect r="r" b="b" t="t" l="l"/>
            <a:pathLst>
              <a:path h="4668953" w="5602744">
                <a:moveTo>
                  <a:pt x="0" y="0"/>
                </a:moveTo>
                <a:lnTo>
                  <a:pt x="5602744" y="0"/>
                </a:lnTo>
                <a:lnTo>
                  <a:pt x="5602744" y="4668952"/>
                </a:lnTo>
                <a:lnTo>
                  <a:pt x="0" y="4668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5159" y="866775"/>
            <a:ext cx="881093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RESUMEN DOCUMENTO 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614" y="4365756"/>
            <a:ext cx="5764312" cy="263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Requerimientos funcionales y no funcionales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Diagramas de casos de uso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Matriz de trazabilidad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Contexto organizacional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614" y="2552718"/>
            <a:ext cx="3594082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PRINCIPALES RESULTADOS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380971" y="-579228"/>
            <a:ext cx="492984" cy="2279693"/>
          </a:xfrm>
          <a:custGeom>
            <a:avLst/>
            <a:gdLst/>
            <a:ahLst/>
            <a:cxnLst/>
            <a:rect r="r" b="b" t="t" l="l"/>
            <a:pathLst>
              <a:path h="2279693" w="492984">
                <a:moveTo>
                  <a:pt x="0" y="0"/>
                </a:moveTo>
                <a:lnTo>
                  <a:pt x="492983" y="0"/>
                </a:lnTo>
                <a:lnTo>
                  <a:pt x="492983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180"/>
            <a:ext cx="3086100" cy="85998"/>
            <a:chOff x="0" y="0"/>
            <a:chExt cx="812800" cy="226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5329441" y="5475883"/>
            <a:ext cx="6148305" cy="62074"/>
            <a:chOff x="0" y="0"/>
            <a:chExt cx="1619307" cy="163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9307" cy="16349"/>
            </a:xfrm>
            <a:custGeom>
              <a:avLst/>
              <a:gdLst/>
              <a:ahLst/>
              <a:cxnLst/>
              <a:rect r="r" b="b" t="t" l="l"/>
              <a:pathLst>
                <a:path h="16349" w="1619307">
                  <a:moveTo>
                    <a:pt x="0" y="0"/>
                  </a:moveTo>
                  <a:lnTo>
                    <a:pt x="1619307" y="0"/>
                  </a:lnTo>
                  <a:lnTo>
                    <a:pt x="1619307" y="16349"/>
                  </a:lnTo>
                  <a:lnTo>
                    <a:pt x="0" y="1634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9307" cy="54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85159" y="866775"/>
            <a:ext cx="881093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595" y="3400304"/>
            <a:ext cx="7749961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partir de los antecedentes obtenidos en el Documento 0, se definió el alcance del primer incremento.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esta iteración se seleccionaron los requerimientos de mayor prioridad asociados a: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de usuarios.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Seguridad y autenticación.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Roles y permisos.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de clientes.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86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602576" y="3675859"/>
            <a:ext cx="9547989" cy="2908532"/>
            <a:chOff x="0" y="0"/>
            <a:chExt cx="12730651" cy="38780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227425" y="590734"/>
              <a:ext cx="1579853" cy="274499"/>
            </a:xfrm>
            <a:custGeom>
              <a:avLst/>
              <a:gdLst/>
              <a:ahLst/>
              <a:cxnLst/>
              <a:rect r="r" b="b" t="t" l="l"/>
              <a:pathLst>
                <a:path h="274499" w="1579853">
                  <a:moveTo>
                    <a:pt x="0" y="0"/>
                  </a:moveTo>
                  <a:lnTo>
                    <a:pt x="1579853" y="0"/>
                  </a:lnTo>
                  <a:lnTo>
                    <a:pt x="1579853" y="274500"/>
                  </a:lnTo>
                  <a:lnTo>
                    <a:pt x="0" y="27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227425" y="1939021"/>
              <a:ext cx="1579853" cy="274499"/>
            </a:xfrm>
            <a:custGeom>
              <a:avLst/>
              <a:gdLst/>
              <a:ahLst/>
              <a:cxnLst/>
              <a:rect r="r" b="b" t="t" l="l"/>
              <a:pathLst>
                <a:path h="274499" w="1579853">
                  <a:moveTo>
                    <a:pt x="0" y="0"/>
                  </a:moveTo>
                  <a:lnTo>
                    <a:pt x="1579853" y="0"/>
                  </a:lnTo>
                  <a:lnTo>
                    <a:pt x="1579853" y="274500"/>
                  </a:lnTo>
                  <a:lnTo>
                    <a:pt x="0" y="27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080427" y="0"/>
          <a:ext cx="4894715" cy="3343275"/>
        </p:xfrm>
        <a:graphic>
          <a:graphicData uri="http://schemas.openxmlformats.org/drawingml/2006/table">
            <a:tbl>
              <a:tblPr/>
              <a:tblGrid>
                <a:gridCol w="3266651"/>
              </a:tblGrid>
              <a:tr h="12814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 Requerimientos implementados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9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 Casos de uso desarrollados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9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30% del alcance total del proyecto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0" y="0"/>
          <a:ext cx="4305518" cy="2355948"/>
        </p:xfrm>
        <a:graphic>
          <a:graphicData uri="http://schemas.openxmlformats.org/drawingml/2006/table">
            <a:tbl>
              <a:tblPr/>
              <a:tblGrid>
                <a:gridCol w="2524830"/>
              </a:tblGrid>
              <a:tr h="12876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 Requerimientos Funcionales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241 Casos de uso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9047454" y="2924054"/>
            <a:ext cx="28234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DOCUMENTO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99570" y="2924054"/>
            <a:ext cx="282342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INCREMENTO 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57098"/>
            <a:ext cx="4439539" cy="161925"/>
            <a:chOff x="0" y="0"/>
            <a:chExt cx="1169261" cy="42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9261" cy="42647"/>
            </a:xfrm>
            <a:custGeom>
              <a:avLst/>
              <a:gdLst/>
              <a:ahLst/>
              <a:cxnLst/>
              <a:rect r="r" b="b" t="t" l="l"/>
              <a:pathLst>
                <a:path h="42647" w="1169261">
                  <a:moveTo>
                    <a:pt x="0" y="0"/>
                  </a:moveTo>
                  <a:lnTo>
                    <a:pt x="1169261" y="0"/>
                  </a:lnTo>
                  <a:lnTo>
                    <a:pt x="1169261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926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83088" y="2025015"/>
            <a:ext cx="9658416" cy="6504648"/>
          </a:xfrm>
          <a:custGeom>
            <a:avLst/>
            <a:gdLst/>
            <a:ahLst/>
            <a:cxnLst/>
            <a:rect r="r" b="b" t="t" l="l"/>
            <a:pathLst>
              <a:path h="6504648" w="9658416">
                <a:moveTo>
                  <a:pt x="0" y="0"/>
                </a:moveTo>
                <a:lnTo>
                  <a:pt x="9658416" y="0"/>
                </a:lnTo>
                <a:lnTo>
                  <a:pt x="9658416" y="6504648"/>
                </a:lnTo>
                <a:lnTo>
                  <a:pt x="0" y="6504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6775"/>
            <a:ext cx="6657181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RELEVANTES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88826"/>
            <a:ext cx="5536592" cy="56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 de Uso: Autenticación de Usuario(CU109-DS)</a:t>
            </a:r>
          </a:p>
          <a:p>
            <a:pPr algn="l">
              <a:lnSpc>
                <a:spcPts val="227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57098"/>
            <a:ext cx="4439539" cy="161925"/>
            <a:chOff x="0" y="0"/>
            <a:chExt cx="1169261" cy="42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9261" cy="42647"/>
            </a:xfrm>
            <a:custGeom>
              <a:avLst/>
              <a:gdLst/>
              <a:ahLst/>
              <a:cxnLst/>
              <a:rect r="r" b="b" t="t" l="l"/>
              <a:pathLst>
                <a:path h="42647" w="1169261">
                  <a:moveTo>
                    <a:pt x="0" y="0"/>
                  </a:moveTo>
                  <a:lnTo>
                    <a:pt x="1169261" y="0"/>
                  </a:lnTo>
                  <a:lnTo>
                    <a:pt x="1169261" y="42647"/>
                  </a:lnTo>
                  <a:lnTo>
                    <a:pt x="0" y="42647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9261" cy="80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86302" y="1545854"/>
            <a:ext cx="9821206" cy="6653867"/>
          </a:xfrm>
          <a:custGeom>
            <a:avLst/>
            <a:gdLst/>
            <a:ahLst/>
            <a:cxnLst/>
            <a:rect r="r" b="b" t="t" l="l"/>
            <a:pathLst>
              <a:path h="6653867" w="9821206">
                <a:moveTo>
                  <a:pt x="0" y="0"/>
                </a:moveTo>
                <a:lnTo>
                  <a:pt x="9821205" y="0"/>
                </a:lnTo>
                <a:lnTo>
                  <a:pt x="9821205" y="6653867"/>
                </a:lnTo>
                <a:lnTo>
                  <a:pt x="0" y="665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888826"/>
            <a:ext cx="6052468" cy="56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 de Uso: Creación de Orden de Trabajo (CU15-DS) </a:t>
            </a:r>
          </a:p>
          <a:p>
            <a:pPr algn="l">
              <a:lnSpc>
                <a:spcPts val="22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6775"/>
            <a:ext cx="6657181" cy="200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USO RELEVANTES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33164"/>
            <a:ext cx="5222030" cy="152070"/>
            <a:chOff x="0" y="0"/>
            <a:chExt cx="1375350" cy="400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5349" cy="40051"/>
            </a:xfrm>
            <a:custGeom>
              <a:avLst/>
              <a:gdLst/>
              <a:ahLst/>
              <a:cxnLst/>
              <a:rect r="r" b="b" t="t" l="l"/>
              <a:pathLst>
                <a:path h="40051" w="1375349">
                  <a:moveTo>
                    <a:pt x="0" y="0"/>
                  </a:moveTo>
                  <a:lnTo>
                    <a:pt x="1375349" y="0"/>
                  </a:lnTo>
                  <a:lnTo>
                    <a:pt x="1375349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75350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4343" y="1215886"/>
            <a:ext cx="11122446" cy="7855227"/>
          </a:xfrm>
          <a:custGeom>
            <a:avLst/>
            <a:gdLst/>
            <a:ahLst/>
            <a:cxnLst/>
            <a:rect r="r" b="b" t="t" l="l"/>
            <a:pathLst>
              <a:path h="7855227" w="11122446">
                <a:moveTo>
                  <a:pt x="0" y="0"/>
                </a:moveTo>
                <a:lnTo>
                  <a:pt x="11122445" y="0"/>
                </a:lnTo>
                <a:lnTo>
                  <a:pt x="11122445" y="7855228"/>
                </a:lnTo>
                <a:lnTo>
                  <a:pt x="0" y="7855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28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7725"/>
            <a:ext cx="5913008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BASE DE DATOS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63084"/>
            <a:ext cx="1782068" cy="28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 Físico.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6780920" y="884959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53658" y="1172770"/>
            <a:ext cx="9176844" cy="8155920"/>
          </a:xfrm>
          <a:custGeom>
            <a:avLst/>
            <a:gdLst/>
            <a:ahLst/>
            <a:cxnLst/>
            <a:rect r="r" b="b" t="t" l="l"/>
            <a:pathLst>
              <a:path h="8155920" w="9176844">
                <a:moveTo>
                  <a:pt x="0" y="0"/>
                </a:moveTo>
                <a:lnTo>
                  <a:pt x="9176844" y="0"/>
                </a:lnTo>
                <a:lnTo>
                  <a:pt x="9176844" y="8155920"/>
                </a:lnTo>
                <a:lnTo>
                  <a:pt x="0" y="8155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5246391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DE SOFTWARE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89901"/>
            <a:ext cx="3220455" cy="28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componentes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133164"/>
            <a:ext cx="5222030" cy="152070"/>
            <a:chOff x="0" y="0"/>
            <a:chExt cx="1375350" cy="40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5349" cy="40051"/>
            </a:xfrm>
            <a:custGeom>
              <a:avLst/>
              <a:gdLst/>
              <a:ahLst/>
              <a:cxnLst/>
              <a:rect r="r" b="b" t="t" l="l"/>
              <a:pathLst>
                <a:path h="40051" w="1375349">
                  <a:moveTo>
                    <a:pt x="0" y="0"/>
                  </a:moveTo>
                  <a:lnTo>
                    <a:pt x="1375349" y="0"/>
                  </a:lnTo>
                  <a:lnTo>
                    <a:pt x="1375349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75350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35063" y="-1028700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33164"/>
            <a:ext cx="5222030" cy="152070"/>
            <a:chOff x="0" y="0"/>
            <a:chExt cx="1375350" cy="400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5349" cy="40051"/>
            </a:xfrm>
            <a:custGeom>
              <a:avLst/>
              <a:gdLst/>
              <a:ahLst/>
              <a:cxnLst/>
              <a:rect r="r" b="b" t="t" l="l"/>
              <a:pathLst>
                <a:path h="40051" w="1375349">
                  <a:moveTo>
                    <a:pt x="0" y="0"/>
                  </a:moveTo>
                  <a:lnTo>
                    <a:pt x="1375349" y="0"/>
                  </a:lnTo>
                  <a:lnTo>
                    <a:pt x="1375349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75350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55379" y="1153650"/>
            <a:ext cx="8142551" cy="7979700"/>
          </a:xfrm>
          <a:custGeom>
            <a:avLst/>
            <a:gdLst/>
            <a:ahLst/>
            <a:cxnLst/>
            <a:rect r="r" b="b" t="t" l="l"/>
            <a:pathLst>
              <a:path h="7979700" w="8142551">
                <a:moveTo>
                  <a:pt x="0" y="0"/>
                </a:moveTo>
                <a:lnTo>
                  <a:pt x="8142552" y="0"/>
                </a:lnTo>
                <a:lnTo>
                  <a:pt x="8142552" y="7979700"/>
                </a:lnTo>
                <a:lnTo>
                  <a:pt x="0" y="797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7725"/>
            <a:ext cx="5246391" cy="228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97227"/>
            <a:ext cx="5222030" cy="28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293" indent="-175647" lvl="1">
              <a:lnSpc>
                <a:spcPts val="2277"/>
              </a:lnSpc>
              <a:buFont typeface="Arial"/>
              <a:buChar char="•"/>
            </a:pPr>
            <a:r>
              <a:rPr lang="en-US" sz="16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01976" y="339395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90575"/>
            <a:ext cx="7194349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12253" y="2813625"/>
            <a:ext cx="7629293" cy="314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81" indent="-323840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implementó el 30% de los requerimientos funcionales y se definió la arquitectura del sistema, estableciendo una base sólida para el desarrollo de las funcionalidades restantes del proyecto.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3149" y="5956878"/>
            <a:ext cx="2093405" cy="4114800"/>
          </a:xfrm>
          <a:custGeom>
            <a:avLst/>
            <a:gdLst/>
            <a:ahLst/>
            <a:cxnLst/>
            <a:rect r="r" b="b" t="t" l="l"/>
            <a:pathLst>
              <a:path h="4114800" w="2093405">
                <a:moveTo>
                  <a:pt x="0" y="0"/>
                </a:moveTo>
                <a:lnTo>
                  <a:pt x="2093404" y="0"/>
                </a:lnTo>
                <a:lnTo>
                  <a:pt x="20934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36741" y="3645293"/>
            <a:ext cx="9336698" cy="6855579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121065" y="2244724"/>
            <a:ext cx="6238040" cy="152070"/>
            <a:chOff x="0" y="0"/>
            <a:chExt cx="1642941" cy="40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2941" cy="40051"/>
            </a:xfrm>
            <a:custGeom>
              <a:avLst/>
              <a:gdLst/>
              <a:ahLst/>
              <a:cxnLst/>
              <a:rect r="r" b="b" t="t" l="l"/>
              <a:pathLst>
                <a:path h="40051" w="1642941">
                  <a:moveTo>
                    <a:pt x="0" y="0"/>
                  </a:moveTo>
                  <a:lnTo>
                    <a:pt x="1642941" y="0"/>
                  </a:lnTo>
                  <a:lnTo>
                    <a:pt x="1642941" y="40051"/>
                  </a:lnTo>
                  <a:lnTo>
                    <a:pt x="0" y="40051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42941" cy="78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11280" y="8581072"/>
            <a:ext cx="2176720" cy="1705928"/>
          </a:xfrm>
          <a:custGeom>
            <a:avLst/>
            <a:gdLst/>
            <a:ahLst/>
            <a:cxnLst/>
            <a:rect r="r" b="b" t="t" l="l"/>
            <a:pathLst>
              <a:path h="1705928" w="2176720">
                <a:moveTo>
                  <a:pt x="0" y="0"/>
                </a:moveTo>
                <a:lnTo>
                  <a:pt x="2176720" y="0"/>
                </a:lnTo>
                <a:lnTo>
                  <a:pt x="2176720" y="1705928"/>
                </a:lnTo>
                <a:lnTo>
                  <a:pt x="0" y="170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7588" y="4905375"/>
            <a:ext cx="12672824" cy="145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¡MUCHAS 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18693" y="1223652"/>
            <a:ext cx="3850613" cy="3017782"/>
          </a:xfrm>
          <a:custGeom>
            <a:avLst/>
            <a:gdLst/>
            <a:ahLst/>
            <a:cxnLst/>
            <a:rect r="r" b="b" t="t" l="l"/>
            <a:pathLst>
              <a:path h="3017782" w="3850613">
                <a:moveTo>
                  <a:pt x="0" y="0"/>
                </a:moveTo>
                <a:lnTo>
                  <a:pt x="3850614" y="0"/>
                </a:lnTo>
                <a:lnTo>
                  <a:pt x="3850614" y="3017782"/>
                </a:lnTo>
                <a:lnTo>
                  <a:pt x="0" y="3017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8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DAHMmjWFHN8</dc:identifier>
  <dcterms:modified xsi:type="dcterms:W3CDTF">2011-08-01T06:04:30Z</dcterms:modified>
  <cp:revision>1</cp:revision>
  <dc:title>Presentación Grupo 21</dc:title>
</cp:coreProperties>
</file>